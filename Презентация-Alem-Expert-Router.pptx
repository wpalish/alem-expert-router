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6C5CE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645920" y="713232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Astana Hub · тех-задача Alem School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Alem Expert Router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658368" y="34290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Умное распределение экспертов, менторов и фрилансеров</a:t>
            </a:r>
            <a:endParaRPr lang="en-US" sz="19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входящим заявкам — по компетенциям, загрузке и приоритетам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58368" y="58521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Алишер Нурсаин</a:t>
            </a:r>
            <a:pPr indent="0" marL="0">
              <a:buNone/>
            </a:pPr>
            <a:r>
              <a:rPr lang="en-US" sz="15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AI/LLM-инженер · Python, FastAPI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714232" y="2770632"/>
            <a:ext cx="1005840" cy="-54864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14232" y="2770632"/>
            <a:ext cx="914400" cy="82296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20072" y="2221992"/>
            <a:ext cx="1005840" cy="82296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28632" y="3593592"/>
            <a:ext cx="1280160" cy="64008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0725912" y="3044952"/>
            <a:ext cx="182880" cy="118872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25912" y="3044952"/>
            <a:ext cx="1097280" cy="64008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908792" y="4233672"/>
            <a:ext cx="914400" cy="-54864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595360" y="2651760"/>
            <a:ext cx="237744" cy="237744"/>
          </a:xfrm>
          <a:prstGeom prst="ellipse">
            <a:avLst/>
          </a:prstGeom>
          <a:solidFill>
            <a:srgbClr val="4F46E5">
              <a:alpha val="85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601200" y="2103120"/>
            <a:ext cx="237744" cy="237744"/>
          </a:xfrm>
          <a:prstGeom prst="ellipse">
            <a:avLst/>
          </a:prstGeom>
          <a:solidFill>
            <a:srgbClr val="6C5CE7">
              <a:alpha val="85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9509760" y="3474720"/>
            <a:ext cx="237744" cy="237744"/>
          </a:xfrm>
          <a:prstGeom prst="ellipse">
            <a:avLst/>
          </a:prstGeom>
          <a:solidFill>
            <a:srgbClr val="4F46E5">
              <a:alpha val="85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10607040" y="2926080"/>
            <a:ext cx="237744" cy="237744"/>
          </a:xfrm>
          <a:prstGeom prst="ellipse">
            <a:avLst/>
          </a:prstGeom>
          <a:solidFill>
            <a:srgbClr val="6C5CE7">
              <a:alpha val="85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10789920" y="4114800"/>
            <a:ext cx="237744" cy="237744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20" name="Shape 18"/>
          <p:cNvSpPr/>
          <p:nvPr/>
        </p:nvSpPr>
        <p:spPr>
          <a:xfrm>
            <a:off x="11704320" y="3566160"/>
            <a:ext cx="237744" cy="237744"/>
          </a:xfrm>
          <a:prstGeom prst="ellipse">
            <a:avLst/>
          </a:prstGeom>
          <a:solidFill>
            <a:srgbClr val="6C5CE7">
              <a:alpha val="8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Проблема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10972800" cy="1234440"/>
          </a:xfrm>
          <a:prstGeom prst="roundRect">
            <a:avLst>
              <a:gd name="adj" fmla="val 8889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41732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</a:t>
            </a:r>
            <a:pPr indent="0" marL="0">
              <a:buNone/>
            </a:pPr>
            <a:r>
              <a:rPr lang="en-US" sz="1800" i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Нет удобного и прозрачного механизма управления заявками и подбора исполнителей в действующих программах.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31520" y="2971800"/>
            <a:ext cx="548640" cy="54864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971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54480" y="29260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Ручное распределение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331927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Координатор раздаёт заявки вручную — медленно и субъективно.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731520" y="4114800"/>
            <a:ext cx="548640" cy="54864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4114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54480" y="40690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 не учитывается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554480" y="446227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Одни менторы перегружены, другие простаивают — нет баланса.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731520" y="5257800"/>
            <a:ext cx="548640" cy="54864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5257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54480" y="5212080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Непрозрачно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554480" y="560527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Неясно, почему назначен именно этот эксперт — нет объяснения.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Решение — система авто-назначения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Каждая заявка автоматически получает лучшего свободного исполнителя — по трём осям: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46888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6C5CE7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468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3429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Компетенции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60120" y="39319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Строгая проверка покрытия требуемых навыков + оценка глубины владения.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4343400" y="210312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246888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6C5CE7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2468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663440" y="3429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Загрузка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663440" y="39319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Балансировка: ёмкость списывается на лету, никто не перегружен.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8046720" y="2103120"/>
            <a:ext cx="34290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2468880"/>
            <a:ext cx="777240" cy="777240"/>
          </a:xfrm>
          <a:prstGeom prst="roundRect">
            <a:avLst>
              <a:gd name="adj" fmla="val 11765"/>
            </a:avLst>
          </a:prstGeom>
          <a:solidFill>
            <a:srgbClr val="6C5CE7"/>
          </a:solidFill>
          <a:ln/>
        </p:spPr>
      </p:sp>
      <p:sp>
        <p:nvSpPr>
          <p:cNvPr id="16" name="Text 14"/>
          <p:cNvSpPr/>
          <p:nvPr/>
        </p:nvSpPr>
        <p:spPr>
          <a:xfrm>
            <a:off x="8366760" y="246888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366760" y="34290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Приоритеты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66760" y="39319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Высокоприоритетные заявки получают лучших исполнителей первыми.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работает алгоритм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932688" y="187452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4F46E5"/>
          </a:solidFill>
          <a:ln/>
        </p:spPr>
      </p:sp>
      <p:sp>
        <p:nvSpPr>
          <p:cNvPr id="5" name="Text 3"/>
          <p:cNvSpPr/>
          <p:nvPr/>
        </p:nvSpPr>
        <p:spPr>
          <a:xfrm>
            <a:off x="932688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932688" y="2743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Фильтр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32688" y="32004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8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Отсеять недоступных, без нужных навыков или без свободной ёмкости.</a:t>
            </a:r>
            <a:endParaRPr lang="en-US" sz="1380" dirty="0"/>
          </a:p>
        </p:txBody>
      </p:sp>
      <p:sp>
        <p:nvSpPr>
          <p:cNvPr id="8" name="Text 6"/>
          <p:cNvSpPr/>
          <p:nvPr/>
        </p:nvSpPr>
        <p:spPr>
          <a:xfrm>
            <a:off x="4096512" y="1554480"/>
            <a:ext cx="365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4434840" y="15544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27448" y="187452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4F46E5"/>
          </a:solidFill>
          <a:ln/>
        </p:spPr>
      </p:sp>
      <p:sp>
        <p:nvSpPr>
          <p:cNvPr id="11" name="Text 9"/>
          <p:cNvSpPr/>
          <p:nvPr/>
        </p:nvSpPr>
        <p:spPr>
          <a:xfrm>
            <a:off x="4727448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727448" y="2743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Оценка 0–100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727448" y="32004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8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Компетентность + балансировка загрузки + рейтинг (веса настраиваются).</a:t>
            </a:r>
            <a:endParaRPr lang="en-US" sz="1380" dirty="0"/>
          </a:p>
        </p:txBody>
      </p:sp>
      <p:sp>
        <p:nvSpPr>
          <p:cNvPr id="14" name="Text 12"/>
          <p:cNvSpPr/>
          <p:nvPr/>
        </p:nvSpPr>
        <p:spPr>
          <a:xfrm>
            <a:off x="7891272" y="1554480"/>
            <a:ext cx="365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38328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522208" y="1874520"/>
            <a:ext cx="731520" cy="731520"/>
          </a:xfrm>
          <a:prstGeom prst="roundRect">
            <a:avLst>
              <a:gd name="adj" fmla="val 12500"/>
            </a:avLst>
          </a:prstGeom>
          <a:solidFill>
            <a:srgbClr val="4F46E5"/>
          </a:solidFill>
          <a:ln/>
        </p:spPr>
      </p:sp>
      <p:sp>
        <p:nvSpPr>
          <p:cNvPr id="17" name="Text 15"/>
          <p:cNvSpPr/>
          <p:nvPr/>
        </p:nvSpPr>
        <p:spPr>
          <a:xfrm>
            <a:off x="8522208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522208" y="27432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Глобальный оптимум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8522208" y="32004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8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Венгерский алгоритм (задача о назначениях): максимум суммарного соответствия, а не жадный перебор.</a:t>
            </a:r>
            <a:endParaRPr lang="en-US" sz="1380" dirty="0"/>
          </a:p>
        </p:txBody>
      </p:sp>
      <p:sp>
        <p:nvSpPr>
          <p:cNvPr id="20" name="Shape 18"/>
          <p:cNvSpPr/>
          <p:nvPr/>
        </p:nvSpPr>
        <p:spPr>
          <a:xfrm>
            <a:off x="640080" y="45720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60120" y="4864608"/>
            <a:ext cx="640080" cy="64008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22" name="Text 20"/>
          <p:cNvSpPr/>
          <p:nvPr/>
        </p:nvSpPr>
        <p:spPr>
          <a:xfrm>
            <a:off x="960120" y="486460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828800" y="4572000"/>
            <a:ext cx="95097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Прозрачность: </a:t>
            </a:r>
            <a:pPr indent="0" marL="0">
              <a:buNone/>
            </a:pPr>
            <a:r>
              <a:rPr lang="en-US" sz="1700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каждое назначение сопровождается списком причин — почему выбран именно этот человек.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Что закрывает — 1:1 с постановкой задачи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2708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6903720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Требование заказчика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Как решено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46E5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Подбор по компетенциям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Проверка покрытия навыков + оценка глубины владения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B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Учёт загрузки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Балансировка ёмкости на лету — без перегруза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Учёт приоритетов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Заявки обрабатываются по приоритету, затем по сроку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B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Прозрачность ресурсов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Объяснение каждого назначения + дашборд загрузки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Управление заявками и объявлениями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CRUD заявок, пула исполнителей и объявлений (поиск эксперта / задача / событие)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0FB"/>
                    </a:solidFill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Гибкость координатора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34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Частичное покрытие («почти подходящий») + ручное переопределение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6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Прототип — уже работает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612648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417320"/>
            <a:ext cx="6126480" cy="502920"/>
          </a:xfrm>
          <a:prstGeom prst="roundRect">
            <a:avLst>
              <a:gd name="adj" fmla="val 21818"/>
            </a:avLst>
          </a:prstGeom>
          <a:solidFill>
            <a:srgbClr val="1B1A3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581912"/>
            <a:ext cx="164592" cy="164592"/>
          </a:xfrm>
          <a:prstGeom prst="ellipse">
            <a:avLst/>
          </a:prstGeom>
          <a:solidFill>
            <a:srgbClr val="F7637C"/>
          </a:solidFill>
          <a:ln/>
        </p:spPr>
      </p:sp>
      <p:sp>
        <p:nvSpPr>
          <p:cNvPr id="6" name="Shape 4"/>
          <p:cNvSpPr/>
          <p:nvPr/>
        </p:nvSpPr>
        <p:spPr>
          <a:xfrm>
            <a:off x="1170432" y="1581912"/>
            <a:ext cx="164592" cy="164592"/>
          </a:xfrm>
          <a:prstGeom prst="ellipse">
            <a:avLst/>
          </a:prstGeom>
          <a:solidFill>
            <a:srgbClr val="F2B33D"/>
          </a:solidFill>
          <a:ln/>
        </p:spPr>
      </p:sp>
      <p:sp>
        <p:nvSpPr>
          <p:cNvPr id="7" name="Shape 5"/>
          <p:cNvSpPr/>
          <p:nvPr/>
        </p:nvSpPr>
        <p:spPr>
          <a:xfrm>
            <a:off x="1426464" y="1581912"/>
            <a:ext cx="164592" cy="164592"/>
          </a:xfrm>
          <a:prstGeom prst="ellipse">
            <a:avLst/>
          </a:prstGeom>
          <a:solidFill>
            <a:srgbClr val="4FB477"/>
          </a:solidFill>
          <a:ln/>
        </p:spPr>
      </p:sp>
      <p:sp>
        <p:nvSpPr>
          <p:cNvPr id="8" name="Text 6"/>
          <p:cNvSpPr/>
          <p:nvPr/>
        </p:nvSpPr>
        <p:spPr>
          <a:xfrm>
            <a:off x="1783080" y="1417320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localhost:8000  —  панель распределения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2240280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EEF0FB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24028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783080" y="22219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Чат-бот поддержки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783080" y="256946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Сабина · ml 5, python 5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783080" y="2953512"/>
            <a:ext cx="4572000" cy="6400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4" name="Shape 12"/>
          <p:cNvSpPr/>
          <p:nvPr/>
        </p:nvSpPr>
        <p:spPr>
          <a:xfrm>
            <a:off x="1783080" y="2953512"/>
            <a:ext cx="4572000" cy="64008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3291840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EEF0FB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329184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783080" y="327355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Бэкенд распределения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1783080" y="362102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Айгерим · python 5, fastapi 5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783080" y="4005072"/>
            <a:ext cx="4572000" cy="6400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0" name="Shape 18"/>
          <p:cNvSpPr/>
          <p:nvPr/>
        </p:nvSpPr>
        <p:spPr>
          <a:xfrm>
            <a:off x="1783080" y="4005072"/>
            <a:ext cx="4572000" cy="64008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1" name="Shape 19"/>
          <p:cNvSpPr/>
          <p:nvPr/>
        </p:nvSpPr>
        <p:spPr>
          <a:xfrm>
            <a:off x="914400" y="4343400"/>
            <a:ext cx="713232" cy="713232"/>
          </a:xfrm>
          <a:prstGeom prst="roundRect">
            <a:avLst>
              <a:gd name="adj" fmla="val 12821"/>
            </a:avLst>
          </a:prstGeom>
          <a:solidFill>
            <a:srgbClr val="EEF0F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4343400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783080" y="432511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Веб-портал заявок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783080" y="467258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Жанель · react 5, ts 5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1783080" y="5056632"/>
            <a:ext cx="4572000" cy="6400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6" name="Shape 24"/>
          <p:cNvSpPr/>
          <p:nvPr/>
        </p:nvSpPr>
        <p:spPr>
          <a:xfrm>
            <a:off x="1783080" y="5056632"/>
            <a:ext cx="4526280" cy="64008"/>
          </a:xfrm>
          <a:prstGeom prst="rect">
            <a:avLst/>
          </a:prstGeom>
          <a:solidFill>
            <a:srgbClr val="6C5CE7"/>
          </a:solidFill>
          <a:ln/>
        </p:spPr>
      </p:sp>
      <p:sp>
        <p:nvSpPr>
          <p:cNvPr id="27" name="Shape 25"/>
          <p:cNvSpPr/>
          <p:nvPr/>
        </p:nvSpPr>
        <p:spPr>
          <a:xfrm>
            <a:off x="7086600" y="1417320"/>
            <a:ext cx="4480560" cy="1097280"/>
          </a:xfrm>
          <a:prstGeom prst="roundRect">
            <a:avLst>
              <a:gd name="adj" fmla="val 1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7360920" y="141732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4000" dirty="0"/>
          </a:p>
        </p:txBody>
      </p:sp>
      <p:sp>
        <p:nvSpPr>
          <p:cNvPr id="29" name="Text 27"/>
          <p:cNvSpPr/>
          <p:nvPr/>
        </p:nvSpPr>
        <p:spPr>
          <a:xfrm>
            <a:off x="8778240" y="14173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теста зелёные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7086600" y="2697480"/>
            <a:ext cx="4480560" cy="1097280"/>
          </a:xfrm>
          <a:prstGeom prst="roundRect">
            <a:avLst>
              <a:gd name="adj" fmla="val 1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60920" y="269748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8778240" y="2697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навыки из текста (keywords/LLM)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7086600" y="3977640"/>
            <a:ext cx="4480560" cy="1097280"/>
          </a:xfrm>
          <a:prstGeom prst="roundRect">
            <a:avLst>
              <a:gd name="adj" fmla="val 1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7360920" y="397764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4000" dirty="0"/>
          </a:p>
        </p:txBody>
      </p:sp>
      <p:sp>
        <p:nvSpPr>
          <p:cNvPr id="35" name="Text 33"/>
          <p:cNvSpPr/>
          <p:nvPr/>
        </p:nvSpPr>
        <p:spPr>
          <a:xfrm>
            <a:off x="8778240" y="39776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full-stack: UI ↔ FastAPI ↔ SQLite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7086600" y="5349240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Открыть вживую:  </a:t>
            </a:r>
            <a:pPr indent="0" marL="0">
              <a:buNone/>
            </a:pPr>
            <a:r>
              <a:rPr lang="en-US" sz="1250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wpalish.github.io/alem-expert-router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71323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46304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Веб-дашборд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931920" y="146304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HTML / JS · ходит в REST API (full-stack)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840480" y="221284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2423160"/>
            <a:ext cx="71323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60120" y="242316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API · FastAPI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931920" y="242316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/dashboard · /announcements · /assign/manual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840480" y="317296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383280"/>
            <a:ext cx="7132320" cy="777240"/>
          </a:xfrm>
          <a:prstGeom prst="roundRect">
            <a:avLst>
              <a:gd name="adj" fmla="val 14118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960120" y="338328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Движок матчинга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931920" y="338328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венгерский алгоритм + частичное покрытие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840480" y="4133088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4343400"/>
            <a:ext cx="713232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960120" y="43434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Хранилище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3931920" y="4343400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(WAL) · покрыт 42 тестами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229600" y="14630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Стек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229600" y="1965960"/>
            <a:ext cx="3291840" cy="548640"/>
          </a:xfrm>
          <a:prstGeom prst="roundRect">
            <a:avLst>
              <a:gd name="adj" fmla="val 2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0" y="196596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229600" y="2679192"/>
            <a:ext cx="3291840" cy="548640"/>
          </a:xfrm>
          <a:prstGeom prst="roundRect">
            <a:avLst>
              <a:gd name="adj" fmla="val 2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229600" y="267919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229600" y="3392424"/>
            <a:ext cx="3291840" cy="548640"/>
          </a:xfrm>
          <a:prstGeom prst="roundRect">
            <a:avLst>
              <a:gd name="adj" fmla="val 2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229600" y="33924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Pydantic v2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229600" y="4105656"/>
            <a:ext cx="3291840" cy="548640"/>
          </a:xfrm>
          <a:prstGeom prst="roundRect">
            <a:avLst>
              <a:gd name="adj" fmla="val 2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8229600" y="410565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pytest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4818888"/>
            <a:ext cx="3291840" cy="548640"/>
          </a:xfrm>
          <a:prstGeom prst="roundRect">
            <a:avLst>
              <a:gd name="adj" fmla="val 20000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8229600" y="4818888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F46E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Дорожная карта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3456432" cy="3840480"/>
          </a:xfrm>
          <a:prstGeom prst="roundRect">
            <a:avLst>
              <a:gd name="adj" fmla="val 3175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960120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2286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960120" y="2971800"/>
            <a:ext cx="502920" cy="50292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7" name="Text 5"/>
          <p:cNvSpPr/>
          <p:nvPr/>
        </p:nvSpPr>
        <p:spPr>
          <a:xfrm>
            <a:off x="96012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60120" y="2971800"/>
            <a:ext cx="502920" cy="50292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9" name="Text 7"/>
          <p:cNvSpPr/>
          <p:nvPr/>
        </p:nvSpPr>
        <p:spPr>
          <a:xfrm>
            <a:off x="960120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60120" y="36576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Венгерский алгоритм, REST API, дашборд, 42 автотеста.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114800" y="1645920"/>
            <a:ext cx="320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4370832" y="1645920"/>
            <a:ext cx="3456432" cy="3840480"/>
          </a:xfrm>
          <a:prstGeom prst="roundRect">
            <a:avLst>
              <a:gd name="adj" fmla="val 3175"/>
            </a:avLst>
          </a:prstGeom>
          <a:solidFill>
            <a:srgbClr val="EEF0FB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90872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90872" y="2286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Готово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690872" y="2971800"/>
            <a:ext cx="502920" cy="502920"/>
          </a:xfrm>
          <a:prstGeom prst="ellipse">
            <a:avLst/>
          </a:prstGeom>
          <a:solidFill>
            <a:srgbClr val="6C5CE7"/>
          </a:solidFill>
          <a:ln/>
        </p:spPr>
      </p:sp>
      <p:sp>
        <p:nvSpPr>
          <p:cNvPr id="16" name="Text 14"/>
          <p:cNvSpPr/>
          <p:nvPr/>
        </p:nvSpPr>
        <p:spPr>
          <a:xfrm>
            <a:off x="4690872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4690872" y="2971800"/>
            <a:ext cx="502920" cy="502920"/>
          </a:xfrm>
          <a:prstGeom prst="ellipse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90872" y="2971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690872" y="365760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SQLite, full-stack веб (CRUD), AI-извлечение, объявления, ручное назначение, частичное покрытие, доступность (a11y).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7845552" y="1645920"/>
            <a:ext cx="3200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C5CE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8101584" y="1645920"/>
            <a:ext cx="3456432" cy="3840480"/>
          </a:xfrm>
          <a:prstGeom prst="roundRect">
            <a:avLst>
              <a:gd name="adj" fmla="val 317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1F2340">
                <a:alpha val="13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8421624" y="19202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Этап 3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421624" y="228600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2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Дальше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8421624" y="301752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Роли и авторизация, уведомления, прогноз сроков, авто-ребаланс, облачный хостинг.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1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97112" y="4599432"/>
            <a:ext cx="1005840" cy="-54864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897112" y="4599432"/>
            <a:ext cx="914400" cy="82296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02952" y="4050792"/>
            <a:ext cx="1005840" cy="82296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11512" y="5422392"/>
            <a:ext cx="1280160" cy="64008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8792" y="4873752"/>
            <a:ext cx="182880" cy="118872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08792" y="4873752"/>
            <a:ext cx="1097280" cy="64008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091672" y="6062472"/>
            <a:ext cx="914400" cy="-548640"/>
          </a:xfrm>
          <a:prstGeom prst="line">
            <a:avLst/>
          </a:prstGeom>
          <a:noFill/>
          <a:ln w="19050">
            <a:solidFill>
              <a:srgbClr val="6C5CE7">
                <a:alpha val="6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778240" y="4480560"/>
            <a:ext cx="237744" cy="237744"/>
          </a:xfrm>
          <a:prstGeom prst="ellipse">
            <a:avLst/>
          </a:prstGeom>
          <a:solidFill>
            <a:srgbClr val="4F46E5">
              <a:alpha val="8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784080" y="3931920"/>
            <a:ext cx="237744" cy="237744"/>
          </a:xfrm>
          <a:prstGeom prst="ellipse">
            <a:avLst/>
          </a:prstGeom>
          <a:solidFill>
            <a:srgbClr val="6C5CE7">
              <a:alpha val="85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9692640" y="5303520"/>
            <a:ext cx="237744" cy="237744"/>
          </a:xfrm>
          <a:prstGeom prst="ellipse">
            <a:avLst/>
          </a:prstGeom>
          <a:solidFill>
            <a:srgbClr val="4F46E5">
              <a:alpha val="8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789920" y="4754880"/>
            <a:ext cx="237744" cy="237744"/>
          </a:xfrm>
          <a:prstGeom prst="ellipse">
            <a:avLst/>
          </a:prstGeom>
          <a:solidFill>
            <a:srgbClr val="6C5CE7">
              <a:alpha val="8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972800" y="5943600"/>
            <a:ext cx="237744" cy="237744"/>
          </a:xfrm>
          <a:prstGeom prst="ellipse">
            <a:avLst/>
          </a:prstGeom>
          <a:solidFill>
            <a:srgbClr val="4F46E5"/>
          </a:solidFill>
          <a:ln/>
        </p:spPr>
      </p:sp>
      <p:sp>
        <p:nvSpPr>
          <p:cNvPr id="14" name="Shape 12"/>
          <p:cNvSpPr/>
          <p:nvPr/>
        </p:nvSpPr>
        <p:spPr>
          <a:xfrm>
            <a:off x="11887200" y="5394960"/>
            <a:ext cx="237744" cy="237744"/>
          </a:xfrm>
          <a:prstGeom prst="ellipse">
            <a:avLst/>
          </a:prstGeom>
          <a:solidFill>
            <a:srgbClr val="6C5CE7">
              <a:alpha val="85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640080" y="731520"/>
            <a:ext cx="822960" cy="822960"/>
          </a:xfrm>
          <a:prstGeom prst="roundRect">
            <a:avLst>
              <a:gd name="adj" fmla="val 11111"/>
            </a:avLst>
          </a:prstGeom>
          <a:solidFill>
            <a:srgbClr val="6C5CE7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7315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640080" y="21031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Готов показать прототип на созвоне</a:t>
            </a:r>
            <a:endParaRPr lang="en-US" sz="3600" dirty="0"/>
          </a:p>
        </p:txBody>
      </p:sp>
      <p:sp>
        <p:nvSpPr>
          <p:cNvPr id="18" name="Text 16"/>
          <p:cNvSpPr/>
          <p:nvPr/>
        </p:nvSpPr>
        <p:spPr>
          <a:xfrm>
            <a:off x="658368" y="3200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Алишер Нурсаин</a:t>
            </a:r>
            <a:pPr indent="0" marL="0">
              <a:buNone/>
            </a:pPr>
            <a:r>
              <a:rPr lang="en-US" sz="18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 AI/LLM-инженер · Python, FastAPI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58368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Живое демо (открыть в браузере):  wpalish.github.io/alem-expert-router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8368" y="4480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Код на GitHub:  github.com/wpalish/alem-expert-router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8368" y="4983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Профиль:  github.com/wpalish   ·   alisher.nursain@gmail.com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8368" y="54864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2F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Телефон:  +7 701 466 4316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Alem Expert Router</dc:title>
  <dc:subject>PptxGenJS Presentation</dc:subject>
  <dc:creator>Алишер Нурсаин</dc:creator>
  <cp:lastModifiedBy>Алишер Нурсаин</cp:lastModifiedBy>
  <cp:revision>1</cp:revision>
  <dcterms:created xsi:type="dcterms:W3CDTF">2026-06-26T18:55:40Z</dcterms:created>
  <dcterms:modified xsi:type="dcterms:W3CDTF">2026-06-26T18:55:40Z</dcterms:modified>
</cp:coreProperties>
</file>